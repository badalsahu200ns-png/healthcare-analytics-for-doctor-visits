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4"/>
  </p:notesMasterIdLst>
  <p:handoutMasterIdLst>
    <p:handoutMasterId r:id="rId15"/>
  </p:handoutMasterIdLst>
  <p:sldIdLst>
    <p:sldId id="338" r:id="rId5"/>
    <p:sldId id="327" r:id="rId6"/>
    <p:sldId id="340" r:id="rId7"/>
    <p:sldId id="329" r:id="rId8"/>
    <p:sldId id="302" r:id="rId9"/>
    <p:sldId id="339" r:id="rId10"/>
    <p:sldId id="341" r:id="rId11"/>
    <p:sldId id="304" r:id="rId12"/>
    <p:sldId id="34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69" d="100"/>
          <a:sy n="69" d="100"/>
        </p:scale>
        <p:origin x="696" y="5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9/30/2026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9/30/2026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github.com/badalsahu200ns-png" TargetMode="External"/><Relationship Id="rId2" Type="http://schemas.openxmlformats.org/officeDocument/2006/relationships/hyperlink" Target="linkedin.com/in/badalsahu200ns" TargetMode="Externa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f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github.com/badalsahu200ns-png/Healthcare-Analytics-for-Doctor-Visits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adalsahu200ns-png/Healthcare-Analytics-for-Doctor-Visit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Relationship Id="rId5" Type="http://schemas.openxmlformats.org/officeDocument/2006/relationships/hyperlink" Target="healthcare_analytics_dashboard.html" TargetMode="External"/><Relationship Id="rId4" Type="http://schemas.openxmlformats.org/officeDocument/2006/relationships/hyperlink" Target="Healthcare_Analytics_for_Doctor_Visits.ipynb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956" y="4398946"/>
            <a:ext cx="10711181" cy="1158892"/>
          </a:xfrm>
        </p:spPr>
        <p:txBody>
          <a:bodyPr>
            <a:noAutofit/>
          </a:bodyPr>
          <a:lstStyle/>
          <a:p>
            <a:r>
              <a:rPr lang="en-US" sz="2800" b="0" dirty="0">
                <a:solidFill>
                  <a:schemeClr val="tx1"/>
                </a:solidFill>
              </a:rPr>
              <a:t>Created by Badal Kumar Sahu</a:t>
            </a:r>
          </a:p>
          <a:p>
            <a:r>
              <a:rPr lang="en-US" sz="2400" b="0" dirty="0">
                <a:solidFill>
                  <a:schemeClr val="tx1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linkedin.com/in/badalsahu200ns  </a:t>
            </a:r>
            <a:r>
              <a:rPr lang="en-US" sz="2800" b="0" dirty="0">
                <a:solidFill>
                  <a:schemeClr val="tx1"/>
                </a:solidFill>
              </a:rPr>
              <a:t>|  </a:t>
            </a:r>
            <a:r>
              <a:rPr lang="en-US" sz="2400" b="0" dirty="0">
                <a:solidFill>
                  <a:schemeClr val="tx1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github.com/badalsahu200ns-png</a:t>
            </a:r>
            <a:endParaRPr lang="en-US" sz="2400" b="0" dirty="0">
              <a:solidFill>
                <a:schemeClr val="tx1"/>
              </a:solidFill>
            </a:endParaRPr>
          </a:p>
          <a:p>
            <a:pPr algn="r"/>
            <a:endParaRPr lang="en-US" sz="28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626527"/>
            <a:ext cx="8249736" cy="1604945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5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Analytics for Doctor Visits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3" name="Image 6" descr="/home/claude/reflectai_ppt/icons/linkedin.png">
            <a:extLst>
              <a:ext uri="{FF2B5EF4-FFF2-40B4-BE49-F238E27FC236}">
                <a16:creationId xmlns:a16="http://schemas.microsoft.com/office/drawing/2014/main" id="{DA8B385B-F151-7205-ABA2-C1C5F9F621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359" y="5134838"/>
            <a:ext cx="242040" cy="242040"/>
          </a:xfrm>
          <a:prstGeom prst="rect">
            <a:avLst/>
          </a:prstGeom>
          <a:solidFill>
            <a:srgbClr val="002060"/>
          </a:solidFill>
        </p:spPr>
      </p:pic>
      <p:pic>
        <p:nvPicPr>
          <p:cNvPr id="5" name="Image 5" descr="/home/claude/reflectai_ppt/icons/github.png">
            <a:extLst>
              <a:ext uri="{FF2B5EF4-FFF2-40B4-BE49-F238E27FC236}">
                <a16:creationId xmlns:a16="http://schemas.microsoft.com/office/drawing/2014/main" id="{D541AF60-4DE5-8A5B-BC98-079D9D79EC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7013" y="5147184"/>
            <a:ext cx="242039" cy="242039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0624" y="2347024"/>
            <a:ext cx="8374611" cy="4432027"/>
          </a:xfrm>
        </p:spPr>
        <p:txBody>
          <a:bodyPr>
            <a:normAutofit fontScale="40000" lnSpcReduction="20000"/>
          </a:bodyPr>
          <a:lstStyle/>
          <a:p>
            <a:pPr algn="ctr"/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Analytics for Doctor Visits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is a data analytics study designed to understand patterns in healthcare utilization and how the number of doctor visits varies across different </a:t>
            </a:r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demographic, socioeconomic, health, illness, insurance, and chronic-condition factors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a healthcare dataset containing information such as </a:t>
            </a:r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doctor visits, gender, age, income, illness level, activity reduction due to illness, general health status, private health insurance, free healthcare coverage, chronic conditions, and long-term chronic conditions</a:t>
            </a: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analysis uses descriptive statistics, group-based comparisons, correlation analysis, and visualizations to examine patterns in doctor visits and understand how healthcare utilization differs across patient characteristics. </a:t>
            </a:r>
          </a:p>
          <a:p>
            <a:pPr>
              <a:lnSpc>
                <a:spcPct val="150000"/>
              </a:lnSpc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C4AB72-897C-9CB7-5CA0-54747797A815}"/>
              </a:ext>
            </a:extLst>
          </p:cNvPr>
          <p:cNvSpPr txBox="1"/>
          <p:nvPr/>
        </p:nvSpPr>
        <p:spPr>
          <a:xfrm>
            <a:off x="270624" y="1458894"/>
            <a:ext cx="61029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Analytics for Doctor Visits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5366" y="1127824"/>
            <a:ext cx="11741267" cy="5537135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Analytics for Doctor Visits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is a data analytics study designed to understand patterns in healthcare utilization and examine how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doctor visits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varies across different patient characteristics.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healthcare-related information including:</a:t>
            </a:r>
          </a:p>
          <a:p>
            <a:pPr lvl="2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visits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and age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Illness level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reduction due to illness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health status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health insurance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healthcare coverage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and long-term chronic conditions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patterns and relationships between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visits and demographic, socioeconomic, health, insurance, illness, and chronic-condition factors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093" y="193040"/>
            <a:ext cx="6995604" cy="790111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93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END USERS?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53E6E3B-286A-CBB1-BB69-089ABC31C88E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180110" y="1789373"/>
            <a:ext cx="9421089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Providers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Analyze patient visit patterns and healthcare utilization.</a:t>
            </a:r>
          </a:p>
          <a:p>
            <a:pPr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Doctors &amp; Medical Professionals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Understand demographic and health-related visit patterns.</a:t>
            </a:r>
          </a:p>
          <a:p>
            <a:pPr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Analysts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Perform data-driven analysis of doctor visits and patient characteristics.</a:t>
            </a:r>
          </a:p>
          <a:p>
            <a:pPr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Administrators &amp; Policymakers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Support planning and healthcare resource allocation.</a:t>
            </a:r>
          </a:p>
          <a:p>
            <a:pPr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Researchers &amp; Students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Study relationships between health, socioeconomic factors, and healthcare utilization.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2106A37-F7D3-BC0E-8071-D18DE338BC3A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1620982" y="1128462"/>
            <a:ext cx="9601200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Primary programming language used for data analysis and visualization.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Cloud-based environment used to develop and execute the Python analysis.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data loading, cleaning, preprocessing, filtering, grouping, and statistical analysis.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numerical operations and data processing.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create charts and visualizations such as histograms, bar charts, scatter plots, and box plots.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advanced statistical visualizations, including correlation heatmaps, violin plots, regression plots, and grouped comparisons.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understand data distributions, relationships, patterns, and unusual observations.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calculate measures such as mean, median, standard deviation, minimum, and maximum.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examine relationships among doctor visits, age, income, illness, and chronic-condition variables.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communicate healthcare utilization patterns and comparisons between different patient groups.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11093084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sz="2000" b="0" u="sng" dirty="0">
                <a:solidFill>
                  <a:srgbClr val="0070C0"/>
                </a:solidFill>
              </a:rPr>
              <a:t>: </a:t>
            </a:r>
            <a:r>
              <a:rPr lang="en-GB" sz="2000" b="0" u="sng" dirty="0">
                <a:solidFill>
                  <a:srgbClr val="0070C0"/>
                </a:solidFill>
                <a:hlinkClick r:id="rId4"/>
              </a:rPr>
              <a:t>https://github.com/badalsahu200ns-png/Healthcare-Analytics-for-Doctor-Visits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0EB94A9E-F216-7BE3-B385-A68DDE0BB4B6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422959" y="1649936"/>
            <a:ext cx="10006916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Doctor visits vary across demographic groups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particularly by age and gender.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 shows an important association with healthcare utilization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visit patterns differing across age groups.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Income provides a socioeconomic perspective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differences in doctor visits.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Illness and health status are closely examined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variations in healthcare utilization.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Chronic conditions are associated with differences in doctor-visit patterns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Insurance and free healthcare coverage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 compare healthcare utilization across different coverage groups.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and correlation analysis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highlight relationships, distributions, and unusual doctor-visit observations.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analysis provides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view of healthcare utilization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based on demographic, socioeconomic, health, illness, insurance, and chronic-condition factors. 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7056ADB-275B-86BD-F1DE-0463761B9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65" y="172526"/>
            <a:ext cx="4439270" cy="339137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D814A01-8BAF-3A27-088F-69BBA85C83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432" y="1357332"/>
            <a:ext cx="3020437" cy="203944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D489EFA-A00D-FD16-975E-6A8967B876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3215" y="3276100"/>
            <a:ext cx="3892077" cy="35819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7D3EB94-24CB-760B-6540-A93FADDBB4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6573" y="-29141"/>
            <a:ext cx="4315427" cy="303889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39DB3C5-1EAD-75B4-2622-E6964A1EFC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634104"/>
            <a:ext cx="4496427" cy="301984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A27CF1A-E145-FF67-12EF-7030AA4C06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8201" y="4005433"/>
            <a:ext cx="3337988" cy="227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989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C348A8-67F3-AAD4-3D8A-CA3583E93E58}"/>
              </a:ext>
            </a:extLst>
          </p:cNvPr>
          <p:cNvSpPr txBox="1"/>
          <p:nvPr/>
        </p:nvSpPr>
        <p:spPr>
          <a:xfrm>
            <a:off x="1194955" y="1275865"/>
            <a:ext cx="86971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Link: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https://github.com/badalsahu200ns-png/Healthcare-Analytics-for-Doctor-Visits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99FAA5-D961-282A-BB37-7C711AB00E8B}"/>
              </a:ext>
            </a:extLst>
          </p:cNvPr>
          <p:cNvSpPr txBox="1"/>
          <p:nvPr/>
        </p:nvSpPr>
        <p:spPr>
          <a:xfrm>
            <a:off x="1362746" y="3270074"/>
            <a:ext cx="93683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PROJECT SOURCE FILE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Notebook: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file"/>
              </a:rPr>
              <a:t>Healthcare_Analytics_for_Doctor_Visits.ipynb</a:t>
            </a:r>
            <a:endParaRPr kumimoji="0" lang="en-US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169957-365D-0747-09CF-770174F25C4A}"/>
              </a:ext>
            </a:extLst>
          </p:cNvPr>
          <p:cNvSpPr txBox="1"/>
          <p:nvPr/>
        </p:nvSpPr>
        <p:spPr>
          <a:xfrm>
            <a:off x="1747519" y="5550505"/>
            <a:ext cx="112083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HEALTCARE DASHBOARD: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file"/>
              </a:rPr>
              <a:t>healthcare_analytics_dashboard.html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60" y="2843113"/>
            <a:ext cx="11340000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115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721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purl.org/dc/terms/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16c05727-aa75-4e4a-9b5f-8a80a1165891"/>
    <ds:schemaRef ds:uri="http://schemas.microsoft.com/office/infopath/2007/PartnerControls"/>
    <ds:schemaRef ds:uri="http://purl.org/dc/elements/1.1/"/>
    <ds:schemaRef ds:uri="71af3243-3dd4-4a8d-8c0d-dd76da1f02a5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623</TotalTime>
  <Words>686</Words>
  <Application>Microsoft Office PowerPoint</Application>
  <PresentationFormat>Widescreen</PresentationFormat>
  <Paragraphs>59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Project Title -Healthcare Analytics for Doctor Visits </vt:lpstr>
      <vt:lpstr>PROBLEM  STATEMENT</vt:lpstr>
      <vt:lpstr>Project Overview</vt:lpstr>
      <vt:lpstr>WHO ARE THE END USERS?</vt:lpstr>
      <vt:lpstr>Technology Used</vt:lpstr>
      <vt:lpstr>RESULTS 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Badal sahu</cp:lastModifiedBy>
  <cp:revision>77</cp:revision>
  <dcterms:created xsi:type="dcterms:W3CDTF">2021-07-11T13:13:15Z</dcterms:created>
  <dcterms:modified xsi:type="dcterms:W3CDTF">2026-09-30T17:00:07Z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_MarkAsFinal">
    <vt:bool>true</vt:bool>
  </property>
</Properties>
</file>